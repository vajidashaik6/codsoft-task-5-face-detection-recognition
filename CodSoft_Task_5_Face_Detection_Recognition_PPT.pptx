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8FF"/>
                </a:solidFill>
              </a:defRPr>
            </a:pPr>
            <a:r>
              <a:t>FACE DETECTION</a:t>
            </a:r>
            <a:br/>
            <a:r>
              <a:t>&amp; RECOGNITION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38328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D4BF"/>
                </a:solidFill>
              </a:defRPr>
            </a:pPr>
            <a:r>
              <a:t>CodeSoft Internship • Task 5</a:t>
            </a:r>
          </a:p>
          <a:p>
            <a:pPr>
              <a:defRPr sz="1800">
                <a:solidFill>
                  <a:srgbClr val="AAB9C8"/>
                </a:solidFill>
              </a:defRPr>
            </a:pPr>
            <a:r>
              <a:t>Developed by Shaik Vajida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716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A0AEC0"/>
                </a:solidFill>
              </a:defRPr>
            </a:pPr>
            <a:r>
              <a:t>Why automated face analysis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Manual identification of faces in images can be time-consuming.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Computer vision can automatically locate faces in an image.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A recognition layer can compare detected faces with a locally trained dataset.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The project demonstrates this workflow through a simple web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</a:defRPr>
            </a:pPr>
            <a:r>
              <a:t>2.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716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A0AEC0"/>
                </a:solidFill>
              </a:defRPr>
            </a:pPr>
            <a:r>
              <a:t>What the application is designed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Detect one or more human faces in uploaded images.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Recognize locally enrolled test faces using a trained model.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Display unknown faces when a suitable match is not found.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Show detected faces with bounding boxes and labels.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Provide an easy-to-use browser-based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</a:defRPr>
            </a:pPr>
            <a:r>
              <a:t>3.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716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A0AEC0"/>
                </a:solidFill>
              </a:defRPr>
            </a:pPr>
            <a:r>
              <a:t>Core technologies and computer-vision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Python — application and machine-learning logic.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OpenCV — image processing and face analysis.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Haar Cascade — face detection.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LBPH Face Recognizer — local face recognition.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Flask — web application backend.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HTML &amp; CSS — user interface.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NumPy — numerical data handling.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</a:defRPr>
            </a:pPr>
            <a:r>
              <a:t>4.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716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A0AEC0"/>
                </a:solidFill>
              </a:defRPr>
            </a:pPr>
            <a:r>
              <a:t>End-to-end processing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User uploads an image through the Flask web interface.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OpenCV prepares the image for analysis.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Haar Cascade detects face regions.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LBPH compares detected face regions with the trained model.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The application labels matches and unknown faces.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The processed image is saved and displayed to the user.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</a:defRPr>
            </a:pPr>
            <a:r>
              <a:t>5. Face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716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A0AEC0"/>
                </a:solidFill>
              </a:defRPr>
            </a:pPr>
            <a:r>
              <a:t>Haar Cascade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The Haar Cascade classifier is used to locate faces in images.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The uploaded image is converted to grayscale for detection.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Detected face regions are returned as rectangular coordinates.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Green bounding boxes are drawn around detected faces.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The application supports multiple detected faces in a single image.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</a:defRPr>
            </a:pPr>
            <a:r>
              <a:t>6. Face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716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A0AEC0"/>
                </a:solidFill>
              </a:defRPr>
            </a:pPr>
            <a:r>
              <a:t>LBPH-based local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The dataset contains locally enrolled test face images.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train_model.py detects faces and trains the LBPH recognizer.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The trained model is stored in trainer.yml.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labels.json stores the mapping between model labels and local names.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During testing, the model predicts a label for each detected face.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Faces that do not meet the recognition threshold are shown as Unknown.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</a:defRPr>
            </a:pPr>
            <a:r>
              <a:t>7. Web Interface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716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A0AEC0"/>
                </a:solidFill>
              </a:defRPr>
            </a:pPr>
            <a:r>
              <a:t>Professional browser-based 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Modern dark interface with a clear upload workflow.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Image upload for face analysis.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Face count displayed after processing.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Recognized and Unknown results displayed clearly.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Processed image shown with bounding boxes and labels.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Responsive layout for different screen sizes.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</a:defRPr>
            </a:pPr>
            <a:r>
              <a:t>8. Testing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716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A0AEC0"/>
                </a:solidFill>
              </a:defRPr>
            </a:pPr>
            <a:r>
              <a:t>Functional validation of the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Known enrolled test face → recognized with the local label.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Different human face → evaluated against the trained model.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Multiple-face image → multiple face regions can be detected.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Processed output image is generated successfully.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Flask requests and output-image loading completed successfully during testing.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</a:defRPr>
            </a:pPr>
            <a:r>
              <a:t>9. 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716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A0AEC0"/>
                </a:solidFill>
              </a:defRPr>
            </a:pPr>
            <a:r>
              <a:t>Practical issues handled during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Haar Cascade file availability → added the required XML file locally.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OpenCV face-recognition module availability → installed opencv-contrib-python.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Model generation → trained LBPH using the project dataset.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Recognition reliability → used clear, consistent training images.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Web integration → connected Flask upload, detection, recognition and output display.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</a:defRPr>
            </a:pPr>
            <a: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716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A0AEC0"/>
                </a:solidFill>
              </a:defRPr>
            </a:pPr>
            <a:r>
              <a:t>Project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The project demonstrates an end-to-end face detection and recognition workflow.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Haar Cascade provides face detection while LBPH provides local recognition.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Flask connects the computer-vision model with a professional web interface.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The prototype can be extended with video input, improved models and additional features.</a:t>
            </a:r>
          </a:p>
          <a:p>
            <a:pPr>
              <a:spcAft>
                <a:spcPts val="1300"/>
              </a:spcAft>
              <a:defRPr sz="2000">
                <a:solidFill>
                  <a:srgbClr val="DCE6F0"/>
                </a:solidFill>
              </a:defRPr>
            </a:pPr>
            <a:r>
              <a:t>• CodeSoft Task 5 completed successfully.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